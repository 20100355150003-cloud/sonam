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8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7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8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2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71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8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3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8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54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80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3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88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14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93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72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2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242C643-8117-413F-AFC9-47BCE677595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485B5-3367-4974-A089-7F5371C9C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553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dirty="0"/>
              <a:t/>
            </a:r>
            <a:br>
              <a:rPr lang="en-US" dirty="0"/>
            </a:b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dirty="0"/>
              <a:t>Jonas and the Giver </a:t>
            </a:r>
            <a:br>
              <a:rPr lang="en-US" dirty="0"/>
            </a:br>
            <a:r>
              <a:rPr lang="en-US" dirty="0"/>
              <a:t>what they say about </a:t>
            </a:r>
            <a:br>
              <a:rPr lang="en-US" dirty="0"/>
            </a:br>
            <a:r>
              <a:rPr lang="en-US" dirty="0"/>
              <a:t>color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32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name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Karma </a:t>
            </a:r>
            <a:r>
              <a:rPr lang="en-US" dirty="0" err="1" smtClean="0"/>
              <a:t>Phuntsho</a:t>
            </a:r>
            <a:endParaRPr lang="en-US" dirty="0" smtClean="0"/>
          </a:p>
          <a:p>
            <a:r>
              <a:rPr lang="en-US" dirty="0" smtClean="0"/>
              <a:t>Karma </a:t>
            </a:r>
            <a:r>
              <a:rPr lang="en-US" dirty="0" err="1" smtClean="0"/>
              <a:t>Rigden</a:t>
            </a:r>
            <a:r>
              <a:rPr lang="en-US" dirty="0" smtClean="0"/>
              <a:t> </a:t>
            </a:r>
            <a:r>
              <a:rPr lang="en-US" dirty="0" err="1" smtClean="0"/>
              <a:t>Dorji</a:t>
            </a:r>
            <a:endParaRPr lang="en-US" dirty="0" smtClean="0"/>
          </a:p>
          <a:p>
            <a:r>
              <a:rPr lang="en-US" dirty="0" err="1" smtClean="0"/>
              <a:t>Rinchen</a:t>
            </a:r>
            <a:r>
              <a:rPr lang="en-US" dirty="0" smtClean="0"/>
              <a:t> </a:t>
            </a:r>
            <a:r>
              <a:rPr lang="en-US" dirty="0" err="1" smtClean="0"/>
              <a:t>Nima</a:t>
            </a:r>
            <a:endParaRPr lang="en-US" dirty="0" smtClean="0"/>
          </a:p>
          <a:p>
            <a:r>
              <a:rPr lang="en-US" dirty="0" smtClean="0"/>
              <a:t>Tenzin </a:t>
            </a:r>
            <a:r>
              <a:rPr lang="en-US" dirty="0" err="1"/>
              <a:t>N</a:t>
            </a:r>
            <a:r>
              <a:rPr lang="en-US" dirty="0" err="1" smtClean="0"/>
              <a:t>orbu</a:t>
            </a:r>
            <a:endParaRPr lang="en-US" dirty="0"/>
          </a:p>
          <a:p>
            <a:r>
              <a:rPr lang="en-US" dirty="0" err="1" smtClean="0"/>
              <a:t>Sonam</a:t>
            </a:r>
            <a:r>
              <a:rPr lang="en-US" smtClean="0"/>
              <a:t>  Dukpa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was the colors </a:t>
            </a:r>
            <a:r>
              <a:rPr lang="en-US" dirty="0"/>
              <a:t>in Chapter 12</a:t>
            </a: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Jonas begins to notice colors.</a:t>
            </a:r>
          </a:p>
          <a:p>
            <a:pPr fontAlgn="base"/>
            <a:r>
              <a:rPr lang="en-US" dirty="0"/>
              <a:t>He first notices red in an apple.</a:t>
            </a:r>
          </a:p>
          <a:p>
            <a:pPr fontAlgn="base"/>
            <a:r>
              <a:rPr lang="en-US" dirty="0"/>
              <a:t>He realizes that other people cannot see colors</a:t>
            </a:r>
            <a:r>
              <a:rPr lang="en-US" dirty="0" smtClean="0"/>
              <a:t>.</a:t>
            </a: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9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Color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mtClean="0"/>
              <a:t>Colors </a:t>
            </a:r>
            <a:r>
              <a:rPr lang="en-US" dirty="0"/>
              <a:t>represent choice and individuality.</a:t>
            </a:r>
          </a:p>
          <a:p>
            <a:pPr fontAlgn="base"/>
            <a:r>
              <a:rPr lang="en-US" dirty="0"/>
              <a:t>They show that differences can make life more meaningful.</a:t>
            </a:r>
          </a:p>
          <a:p>
            <a:pPr fontAlgn="base"/>
            <a:r>
              <a:rPr lang="en-US" dirty="0"/>
              <a:t>Jonas’s ability to see colors marks the beginning of his awareness.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99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Color Disappear?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1.The </a:t>
            </a:r>
            <a:r>
              <a:rPr lang="en-US" dirty="0"/>
              <a:t>community wanted life to be predictable.</a:t>
            </a:r>
            <a:endParaRPr lang="en-US" b="0" dirty="0" smtClean="0">
              <a:effectLst/>
            </a:endParaRPr>
          </a:p>
          <a:p>
            <a:r>
              <a:rPr lang="en-US" dirty="0"/>
              <a:t>2.Differences were reduced or removed.</a:t>
            </a:r>
            <a:endParaRPr lang="en-US" b="0" dirty="0" smtClean="0">
              <a:effectLst/>
            </a:endParaRPr>
          </a:p>
          <a:p>
            <a:r>
              <a:rPr lang="en-US" dirty="0"/>
              <a:t>3.This included differences in color.</a:t>
            </a:r>
            <a:endParaRPr lang="en-US" b="0" dirty="0" smtClean="0">
              <a:effectLst/>
            </a:endParaRPr>
          </a:p>
          <a:p>
            <a:r>
              <a:rPr lang="en-US" dirty="0"/>
              <a:t>4.People gained stability but lost variety and choice.</a:t>
            </a:r>
            <a:endParaRPr lang="en-US" b="0" dirty="0" smtClean="0">
              <a:effectLst/>
            </a:endParaRPr>
          </a:p>
          <a:p>
            <a:pPr marL="0" indent="0">
              <a:buNone/>
            </a:pP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27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Jonas See?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Jonas has the special ability to “see beyond.”</a:t>
            </a:r>
          </a:p>
          <a:p>
            <a:pPr fontAlgn="base"/>
            <a:r>
              <a:rPr lang="en-US" dirty="0"/>
              <a:t>His memories from the Giver are helping him see things differently.</a:t>
            </a:r>
          </a:p>
          <a:p>
            <a:pPr fontAlgn="base"/>
            <a:r>
              <a:rPr lang="en-US" dirty="0"/>
              <a:t>Jonas is beginning to understand what his community has lost.</a:t>
            </a:r>
          </a:p>
          <a:p>
            <a:pPr marL="0" indent="0">
              <a:buNone/>
            </a:pP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9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Giver Explains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Colors existed before Sameness.</a:t>
            </a:r>
          </a:p>
          <a:p>
            <a:pPr fontAlgn="base"/>
            <a:r>
              <a:rPr lang="en-US" dirty="0"/>
              <a:t>The community removed colors to make everything uniform and predictable.</a:t>
            </a:r>
          </a:p>
          <a:p>
            <a:pPr fontAlgn="base"/>
            <a:r>
              <a:rPr lang="en-US" dirty="0"/>
              <a:t>Without colors, people have fewer choices.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4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Chapter 12 shows Jonas beginning to understand the cost of Sameness.</a:t>
            </a:r>
          </a:p>
          <a:p>
            <a:pPr fontAlgn="base"/>
            <a:r>
              <a:rPr lang="en-US" dirty="0"/>
              <a:t>He realizes that the community has given up important things, including color and choice.</a:t>
            </a:r>
          </a:p>
          <a:p>
            <a:pPr fontAlgn="base"/>
            <a:r>
              <a:rPr lang="en-US" dirty="0"/>
              <a:t>Seeing colors is the beginning of Jonas questioning his society.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84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215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  Jonas and the Giver  what they say about  color</vt:lpstr>
      <vt:lpstr>Group name</vt:lpstr>
      <vt:lpstr>What was the colors in Chapter 12  </vt:lpstr>
      <vt:lpstr>The Importance of Color</vt:lpstr>
      <vt:lpstr>Why Did Color Disappear?</vt:lpstr>
      <vt:lpstr>What Does Jonas See?</vt:lpstr>
      <vt:lpstr>What the Giver Explains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Jonas begins to notice colors. He first notices red in an apple. He realizes that other people cannot see colors.</dc:title>
  <dc:creator>CLASS-05</dc:creator>
  <cp:lastModifiedBy>CLASS-09</cp:lastModifiedBy>
  <cp:revision>15</cp:revision>
  <dcterms:created xsi:type="dcterms:W3CDTF">2026-09-15T07:24:55Z</dcterms:created>
  <dcterms:modified xsi:type="dcterms:W3CDTF">2026-09-16T10:01:56Z</dcterms:modified>
</cp:coreProperties>
</file>