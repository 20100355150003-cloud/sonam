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39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3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4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1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7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696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64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415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50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5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A47EF-4C6E-4BBE-9193-13C1F3AB7152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1F934FA-E4B5-4568-8F10-0B1FBCB6A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Chemistry project 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Effect of Temperature on the Solubility of Sugar in Water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35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member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karma </a:t>
            </a:r>
            <a:r>
              <a:rPr lang="en-US" dirty="0" err="1" smtClean="0"/>
              <a:t>Rigden</a:t>
            </a:r>
            <a:r>
              <a:rPr lang="en-US" dirty="0" smtClean="0"/>
              <a:t> </a:t>
            </a:r>
            <a:r>
              <a:rPr lang="en-US" dirty="0" err="1" smtClean="0"/>
              <a:t>Dorji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 err="1" smtClean="0"/>
              <a:t>Nidup</a:t>
            </a:r>
            <a:r>
              <a:rPr lang="en-US" dirty="0" smtClean="0"/>
              <a:t> </a:t>
            </a:r>
            <a:r>
              <a:rPr lang="en-US" dirty="0" err="1" smtClean="0"/>
              <a:t>Dorji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Tenzin </a:t>
            </a:r>
            <a:r>
              <a:rPr lang="en-US" dirty="0" err="1" smtClean="0"/>
              <a:t>norbu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dirty="0" err="1" smtClean="0"/>
              <a:t>Sonam</a:t>
            </a:r>
            <a:r>
              <a:rPr lang="en-US" dirty="0" smtClean="0"/>
              <a:t> </a:t>
            </a:r>
            <a:r>
              <a:rPr lang="en-US" dirty="0" err="1" smtClean="0"/>
              <a:t>Dukpa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dirty="0" err="1" smtClean="0"/>
              <a:t>Yukham</a:t>
            </a:r>
            <a:r>
              <a:rPr lang="en-US" dirty="0" smtClean="0"/>
              <a:t> </a:t>
            </a:r>
            <a:r>
              <a:rPr lang="en-US" dirty="0" err="1" smtClean="0"/>
              <a:t>gaylay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study how temperature affects the solubility of sugar in water.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400" dirty="0" smtClean="0"/>
              <a:t>Hypothesis</a:t>
            </a:r>
          </a:p>
          <a:p>
            <a:pPr marL="0" indent="0">
              <a:buNone/>
            </a:pPr>
            <a:r>
              <a:rPr lang="en-US" sz="4400" dirty="0" smtClean="0"/>
              <a:t>- </a:t>
            </a:r>
            <a:r>
              <a:rPr lang="en-US" dirty="0" smtClean="0"/>
              <a:t>If the temperature of water increases, then the solubility of sugar in water will also increase because hot water can dissolve more sugar than cold water.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8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Materials Required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31253"/>
            <a:ext cx="42995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-Sugar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beakers or cups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Thermometer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Spoon or stirrer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Measuring cup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Heating source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 or measuring spoon </a:t>
            </a:r>
          </a:p>
        </p:txBody>
      </p:sp>
    </p:spTree>
    <p:extLst>
      <p:ext uri="{BB962C8B-B14F-4D97-AF65-F5344CB8AC3E}">
        <p14:creationId xmlns:p14="http://schemas.microsoft.com/office/powerpoint/2010/main" val="259427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Independent Variable</a:t>
            </a:r>
          </a:p>
          <a:p>
            <a:r>
              <a:rPr lang="en-US" dirty="0" smtClean="0"/>
              <a:t>Temperature of water</a:t>
            </a:r>
          </a:p>
          <a:p>
            <a:r>
              <a:rPr lang="en-US" b="1" dirty="0" smtClean="0"/>
              <a:t>Dependent Variable</a:t>
            </a:r>
          </a:p>
          <a:p>
            <a:r>
              <a:rPr lang="en-US" dirty="0" smtClean="0"/>
              <a:t>Amount of sugar dissolved</a:t>
            </a:r>
          </a:p>
          <a:p>
            <a:r>
              <a:rPr lang="en-US" b="1" dirty="0" smtClean="0"/>
              <a:t>Controlled Variables</a:t>
            </a:r>
          </a:p>
          <a:p>
            <a:r>
              <a:rPr lang="en-US" dirty="0" smtClean="0"/>
              <a:t>Amount of water </a:t>
            </a:r>
          </a:p>
          <a:p>
            <a:r>
              <a:rPr lang="en-US" dirty="0" smtClean="0"/>
              <a:t>Type of sugar </a:t>
            </a:r>
          </a:p>
          <a:p>
            <a:r>
              <a:rPr lang="en-US" dirty="0" smtClean="0"/>
              <a:t>Stirring time </a:t>
            </a:r>
          </a:p>
          <a:p>
            <a:r>
              <a:rPr lang="en-US" dirty="0" smtClean="0"/>
              <a:t>Container size </a:t>
            </a:r>
          </a:p>
        </p:txBody>
      </p:sp>
    </p:spTree>
    <p:extLst>
      <p:ext uri="{BB962C8B-B14F-4D97-AF65-F5344CB8AC3E}">
        <p14:creationId xmlns:p14="http://schemas.microsoft.com/office/powerpoint/2010/main" val="284208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2042444"/>
            <a:ext cx="1066830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Take equal amounts of water in three beakers.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Keep one beaker cold, one at room temperature, and one hot.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Measure the temperature of each beaker.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</a:rPr>
              <a:t>4. 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sugar slowly to each beaker while stirring.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Continue adding sugar until no more dissolves.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Record the amount of sugar dissolved in each beaker.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Compare the results. </a:t>
            </a:r>
          </a:p>
        </p:txBody>
      </p:sp>
    </p:spTree>
    <p:extLst>
      <p:ext uri="{BB962C8B-B14F-4D97-AF65-F5344CB8AC3E}">
        <p14:creationId xmlns:p14="http://schemas.microsoft.com/office/powerpoint/2010/main" val="369236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table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204923"/>
              </p:ext>
            </p:extLst>
          </p:nvPr>
        </p:nvGraphicFramePr>
        <p:xfrm>
          <a:off x="677863" y="2160588"/>
          <a:ext cx="8596311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/>
                <a:gridCol w="2865437"/>
                <a:gridCol w="286543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Beaker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Temperature (°C)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Amount of Sugar Dissolved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76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experimental shows the increasing the temperature increases   solubility of in sugar in water.</a:t>
            </a:r>
          </a:p>
        </p:txBody>
      </p:sp>
    </p:spTree>
    <p:extLst>
      <p:ext uri="{BB962C8B-B14F-4D97-AF65-F5344CB8AC3E}">
        <p14:creationId xmlns:p14="http://schemas.microsoft.com/office/powerpoint/2010/main" val="359437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Solubility</a:t>
            </a:r>
            <a:r>
              <a:rPr lang="en-US" dirty="0"/>
              <a:t> is the ability of a substance to dissolve in a solvent. Higher temperatures increase the movement of water molecules, allowing sugar to dissolve faster and in greater amounts.</a:t>
            </a:r>
          </a:p>
        </p:txBody>
      </p:sp>
    </p:spTree>
    <p:extLst>
      <p:ext uri="{BB962C8B-B14F-4D97-AF65-F5344CB8AC3E}">
        <p14:creationId xmlns:p14="http://schemas.microsoft.com/office/powerpoint/2010/main" val="266832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264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Chemistry project work</vt:lpstr>
      <vt:lpstr>Group member </vt:lpstr>
      <vt:lpstr>Objectives </vt:lpstr>
      <vt:lpstr>Materials Required</vt:lpstr>
      <vt:lpstr>Variables</vt:lpstr>
      <vt:lpstr>Procedure</vt:lpstr>
      <vt:lpstr>Observation table </vt:lpstr>
      <vt:lpstr>Conclusion </vt:lpstr>
      <vt:lpstr>scientific principle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Chemistry project work</dc:title>
  <dc:creator>CLASS-09</dc:creator>
  <cp:lastModifiedBy>CLASS-09</cp:lastModifiedBy>
  <cp:revision>8</cp:revision>
  <dcterms:created xsi:type="dcterms:W3CDTF">2026-05-15T04:59:51Z</dcterms:created>
  <dcterms:modified xsi:type="dcterms:W3CDTF">2026-06-01T04:52:04Z</dcterms:modified>
</cp:coreProperties>
</file>