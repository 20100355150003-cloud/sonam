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1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510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473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909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3277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328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864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772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215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5977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4817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370324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3766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87109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8668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1137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3258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5053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2131" y="1239590"/>
            <a:ext cx="8178084" cy="2327857"/>
          </a:xfrm>
        </p:spPr>
        <p:txBody>
          <a:bodyPr/>
          <a:lstStyle/>
          <a:p>
            <a:r>
              <a:rPr lang="en-US" i="1" dirty="0" smtClean="0">
                <a:latin typeface="Algerian" panose="04020705040A02060702" pitchFamily="82" charset="0"/>
              </a:rPr>
              <a:t>testing </a:t>
            </a:r>
            <a:r>
              <a:rPr lang="en-US" i="1" dirty="0">
                <a:latin typeface="Algerian" panose="04020705040A02060702" pitchFamily="82" charset="0"/>
              </a:rPr>
              <a:t>Vitamin C in Different Fruit Juices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4548" y="3850099"/>
            <a:ext cx="10178088" cy="1056751"/>
          </a:xfrm>
        </p:spPr>
        <p:txBody>
          <a:bodyPr/>
          <a:lstStyle/>
          <a:p>
            <a:r>
              <a:rPr lang="en-US" sz="28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pitchFamily="34" charset="0"/>
              </a:rPr>
              <a:t>Aim:</a:t>
            </a:r>
            <a:r>
              <a:rPr lang="en-US" sz="2800" i="1" dirty="0">
                <a:solidFill>
                  <a:schemeClr val="tx1">
                    <a:lumMod val="95000"/>
                    <a:lumOff val="5000"/>
                  </a:schemeClr>
                </a:solidFill>
                <a:latin typeface="Franklin Gothic Demi" panose="020B0703020102020204" pitchFamily="34" charset="0"/>
              </a:rPr>
              <a:t> Compare the amount of Vitamin C in different fruits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3160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Hypothesis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Different fruit juices contain different amounts of Vitamin C. Citrus fruits such as lemon and orange juice will contain more Vitamin C than apple juice</a:t>
            </a:r>
          </a:p>
        </p:txBody>
      </p:sp>
    </p:spTree>
    <p:extLst>
      <p:ext uri="{BB962C8B-B14F-4D97-AF65-F5344CB8AC3E}">
        <p14:creationId xmlns:p14="http://schemas.microsoft.com/office/powerpoint/2010/main" val="2572391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Background information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137" y="1930400"/>
            <a:ext cx="11060475" cy="4032337"/>
          </a:xfrm>
        </p:spPr>
        <p:txBody>
          <a:bodyPr/>
          <a:lstStyle/>
          <a:p>
            <a:r>
              <a:rPr lang="en-US" b="1" dirty="0"/>
              <a:t>Vitamin C </a:t>
            </a:r>
            <a:r>
              <a:rPr lang="en-US" b="1" dirty="0" smtClean="0"/>
              <a:t>ascorbic acid </a:t>
            </a:r>
            <a:r>
              <a:rPr lang="en-US" dirty="0" smtClean="0"/>
              <a:t>is </a:t>
            </a:r>
            <a:r>
              <a:rPr lang="en-US" dirty="0"/>
              <a:t>an important vitamin that helps the body </a:t>
            </a:r>
            <a:r>
              <a:rPr lang="en-US" dirty="0" smtClean="0"/>
              <a:t>grow </a:t>
            </a:r>
            <a:r>
              <a:rPr lang="en-US" dirty="0"/>
              <a:t>repair </a:t>
            </a:r>
            <a:r>
              <a:rPr lang="en-US" dirty="0" smtClean="0"/>
              <a:t>tissues heal wounds and </a:t>
            </a:r>
            <a:r>
              <a:rPr lang="en-US" dirty="0"/>
              <a:t>maintain a healthy immune system. Humans cannot produce Vitamin </a:t>
            </a:r>
            <a:r>
              <a:rPr lang="en-US" dirty="0" smtClean="0"/>
              <a:t>C  </a:t>
            </a:r>
            <a:r>
              <a:rPr lang="en-US" dirty="0"/>
              <a:t>so it must be obtained from foods such as fruits and vegetables.</a:t>
            </a:r>
          </a:p>
        </p:txBody>
      </p:sp>
    </p:spTree>
    <p:extLst>
      <p:ext uri="{BB962C8B-B14F-4D97-AF65-F5344CB8AC3E}">
        <p14:creationId xmlns:p14="http://schemas.microsoft.com/office/powerpoint/2010/main" val="2867249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Materials required 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21972" y="2329640"/>
            <a:ext cx="12273566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sz="3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Orange juice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Lemon juice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Apple juice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Iodine solution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Starch solution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Dropper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 tubes </a:t>
            </a:r>
          </a:p>
        </p:txBody>
      </p:sp>
    </p:spTree>
    <p:extLst>
      <p:ext uri="{BB962C8B-B14F-4D97-AF65-F5344CB8AC3E}">
        <p14:creationId xmlns:p14="http://schemas.microsoft.com/office/powerpoint/2010/main" val="2411290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Procedure 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sz="2800" dirty="0"/>
              <a:t>Put equal amounts of each juice into separate test tubes. </a:t>
            </a:r>
          </a:p>
          <a:p>
            <a:r>
              <a:rPr lang="en-US" sz="2800" dirty="0"/>
              <a:t>Add a few drops of starch solution. </a:t>
            </a:r>
          </a:p>
          <a:p>
            <a:r>
              <a:rPr lang="en-US" sz="2800" dirty="0"/>
              <a:t>Add iodine solution drop by drop while stirring. </a:t>
            </a:r>
          </a:p>
          <a:p>
            <a:r>
              <a:rPr lang="en-US" sz="2800" dirty="0"/>
              <a:t>Count the number of iodine drops needed to produce a blue-black color. </a:t>
            </a:r>
          </a:p>
          <a:p>
            <a:r>
              <a:rPr lang="en-US" sz="2800" dirty="0"/>
              <a:t>Compare the results.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8717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 members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Tshewang</a:t>
            </a:r>
            <a:r>
              <a:rPr lang="en-US" dirty="0" smtClean="0"/>
              <a:t> </a:t>
            </a:r>
            <a:r>
              <a:rPr lang="en-US" dirty="0" err="1" smtClean="0"/>
              <a:t>chezom</a:t>
            </a:r>
            <a:r>
              <a:rPr lang="en-US" dirty="0" smtClean="0"/>
              <a:t> </a:t>
            </a:r>
          </a:p>
          <a:p>
            <a:r>
              <a:rPr lang="en-US" dirty="0" err="1" smtClean="0"/>
              <a:t>Sanagy</a:t>
            </a:r>
            <a:r>
              <a:rPr lang="en-US" dirty="0" smtClean="0"/>
              <a:t> </a:t>
            </a:r>
            <a:r>
              <a:rPr lang="en-US" dirty="0" err="1" smtClean="0"/>
              <a:t>tshomo</a:t>
            </a:r>
            <a:endParaRPr lang="en-US" dirty="0"/>
          </a:p>
          <a:p>
            <a:r>
              <a:rPr lang="en-US" dirty="0" err="1" smtClean="0"/>
              <a:t>Yeshi</a:t>
            </a:r>
            <a:r>
              <a:rPr lang="en-US" dirty="0" smtClean="0"/>
              <a:t> </a:t>
            </a:r>
            <a:r>
              <a:rPr lang="en-US" dirty="0" err="1" smtClean="0"/>
              <a:t>yoezer</a:t>
            </a:r>
            <a:r>
              <a:rPr lang="en-US" dirty="0" smtClean="0"/>
              <a:t> </a:t>
            </a:r>
            <a:r>
              <a:rPr lang="en-US" dirty="0" err="1" smtClean="0"/>
              <a:t>wangchuk</a:t>
            </a:r>
            <a:endParaRPr lang="en-US" dirty="0" smtClean="0"/>
          </a:p>
          <a:p>
            <a:r>
              <a:rPr lang="en-US" dirty="0" err="1" smtClean="0"/>
              <a:t>Tshering</a:t>
            </a:r>
            <a:r>
              <a:rPr lang="en-US" dirty="0" smtClean="0"/>
              <a:t> </a:t>
            </a:r>
            <a:r>
              <a:rPr lang="en-US" dirty="0" err="1" smtClean="0"/>
              <a:t>dema</a:t>
            </a:r>
            <a:r>
              <a:rPr lang="en-US" dirty="0"/>
              <a:t>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554316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0980680"/>
              </p:ext>
            </p:extLst>
          </p:nvPr>
        </p:nvGraphicFramePr>
        <p:xfrm>
          <a:off x="103029" y="524171"/>
          <a:ext cx="11990233" cy="914400"/>
        </p:xfrm>
        <a:graphic>
          <a:graphicData uri="http://schemas.openxmlformats.org/drawingml/2006/table">
            <a:tbl>
              <a:tblPr firstRow="1" lastRow="1" lastCol="1" bandRow="1" bandCol="1">
                <a:tableStyleId>{21E4AEA4-8DFA-4A89-87EB-49C32662AFE0}</a:tableStyleId>
              </a:tblPr>
              <a:tblGrid>
                <a:gridCol w="2929944"/>
                <a:gridCol w="2929944"/>
                <a:gridCol w="2929944"/>
                <a:gridCol w="3200401"/>
              </a:tblGrid>
              <a:tr h="800041">
                <a:tc>
                  <a:txBody>
                    <a:bodyPr/>
                    <a:lstStyle/>
                    <a:p>
                      <a:r>
                        <a:rPr lang="en-US" dirty="0" smtClean="0"/>
                        <a:t>Fruit juice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Volume of Juice (mL)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Number of Iodine Drops Added Until Blue-Black Color Appeared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Relative Vitamin C Content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5917044"/>
              </p:ext>
            </p:extLst>
          </p:nvPr>
        </p:nvGraphicFramePr>
        <p:xfrm>
          <a:off x="117564" y="1449979"/>
          <a:ext cx="11952515" cy="3187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99956"/>
                <a:gridCol w="2952206"/>
                <a:gridCol w="2913017"/>
                <a:gridCol w="3187336"/>
              </a:tblGrid>
              <a:tr h="478430">
                <a:tc>
                  <a:txBody>
                    <a:bodyPr/>
                    <a:lstStyle/>
                    <a:p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47843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79518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7843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7843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7843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9327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25</TotalTime>
  <Words>183</Words>
  <Application>Microsoft Office PowerPoint</Application>
  <PresentationFormat>Widescreen</PresentationFormat>
  <Paragraphs>31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Algerian</vt:lpstr>
      <vt:lpstr>Arial</vt:lpstr>
      <vt:lpstr>Franklin Gothic Demi</vt:lpstr>
      <vt:lpstr>Trebuchet MS</vt:lpstr>
      <vt:lpstr>Wingdings 3</vt:lpstr>
      <vt:lpstr>Facet</vt:lpstr>
      <vt:lpstr>testing Vitamin C in Different Fruit Juices</vt:lpstr>
      <vt:lpstr>Hypothesis</vt:lpstr>
      <vt:lpstr>Background information </vt:lpstr>
      <vt:lpstr>Materials required </vt:lpstr>
      <vt:lpstr>Procedure </vt:lpstr>
      <vt:lpstr>Group members 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testing Vitamin C in Different Fruit Juices</dc:title>
  <dc:creator>Practical</dc:creator>
  <cp:lastModifiedBy>CLASS-09</cp:lastModifiedBy>
  <cp:revision>4</cp:revision>
  <dcterms:created xsi:type="dcterms:W3CDTF">2026-06-12T07:03:03Z</dcterms:created>
  <dcterms:modified xsi:type="dcterms:W3CDTF">2026-06-12T09:33:34Z</dcterms:modified>
</cp:coreProperties>
</file>